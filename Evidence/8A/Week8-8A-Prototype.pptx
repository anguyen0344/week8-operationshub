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cba4dad569493e" /><Relationship Type="http://schemas.openxmlformats.org/officeDocument/2006/relationships/extended-properties" Target="/docProps/app.xml" Id="Rb61470e45ae54909" /><Relationship Type="http://schemas.openxmlformats.org/officeDocument/2006/relationships/officeDocument" Target="/ppt/presentation.xml" Id="Ra40c191182ba44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c1fb5ed22a49c9"/>
  </p:sldMasterIdLst>
  <p:notesMasterIdLst>
    <p:notesMasterId xmlns:r="http://schemas.openxmlformats.org/officeDocument/2006/relationships" r:id="R32471877b9c24778"/>
  </p:notesMasterIdLst>
  <p:sldIdLst>
    <p:sldId xmlns:r="http://schemas.openxmlformats.org/officeDocument/2006/relationships" id="256" r:id="R77923b5853164c12"/>
  </p:sldIdLst>
  <p:sldSz cx="12192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d1768e5c8b43e1" /><Relationship Type="http://schemas.openxmlformats.org/officeDocument/2006/relationships/slideMaster" Target="/ppt/slideMasters/slideMaster1.xml" Id="R2ac1fb5ed22a49c9" /><Relationship Type="http://schemas.openxmlformats.org/officeDocument/2006/relationships/notesMaster" Target="/ppt/notesMasters/notesMaster1.xml" Id="R32471877b9c24778" /><Relationship Type="http://schemas.openxmlformats.org/officeDocument/2006/relationships/presProps" Target="/ppt/presProps.xml" Id="Rcbdad982f7e441fd" /><Relationship Type="http://schemas.openxmlformats.org/officeDocument/2006/relationships/tableStyles" Target="/ppt/tableStyles.xml" Id="R4f3553d8f84141d5" /><Relationship Type="http://schemas.openxmlformats.org/officeDocument/2006/relationships/slide" Target="/ppt/slides/slide1.xml" Id="R77923b5853164c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f7674cfac047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4e262092284dd2" /><Relationship Type="http://schemas.openxmlformats.org/officeDocument/2006/relationships/notesMaster" Target="/ppt/notesMasters/notesMaster1.xml" Id="Rc73304c77f8c41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366103d144d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7457ca8304c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f443b4b8d44c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d3ee7e84d944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baaba877347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77f71a7fb43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07B2BE-7AA8-4D67-9412-825AC085B6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3238500"/>
            <a:ext cx="9753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395046-5FF3-4FEA-AED9-EFFB678238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4714875"/>
            <a:ext cx="8534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B35FCF-2B2F-4460-835F-4C4AB3903A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3571875"/>
            <a:ext cx="9753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6E37D7-D6EB-46E6-B685-2666C1DB4F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6667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FFAB95F-D55D-4857-A388-5BCE709654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381250"/>
            <a:ext cx="108204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A010E1-E1B4-4080-BDD4-8B4767BB05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6667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9E80F4-C459-4C22-BB24-4CA56F8257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381250"/>
            <a:ext cx="50292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799F8F4-C084-4083-AD98-C53720647F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2381250"/>
            <a:ext cx="50292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4960DD-3EEC-41C5-A0F8-F4393B908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6667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C0AB0F-DCFB-4A02-BEE9-4DA93EEEB9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381250"/>
            <a:ext cx="50292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771ff509034ce8" /><Relationship Type="http://schemas.openxmlformats.org/officeDocument/2006/relationships/slideLayout" Target="/ppt/slideLayouts/slideLayout1.xml" Id="R8c250578a0734828" /><Relationship Type="http://schemas.openxmlformats.org/officeDocument/2006/relationships/slideLayout" Target="/ppt/slideLayouts/slideLayout2.xml" Id="R4c3ad09f7b3446e9" /><Relationship Type="http://schemas.openxmlformats.org/officeDocument/2006/relationships/slideLayout" Target="/ppt/slideLayouts/slideLayout3.xml" Id="R0625ddb3eec042f3" /><Relationship Type="http://schemas.openxmlformats.org/officeDocument/2006/relationships/slideLayout" Target="/ppt/slideLayouts/slideLayout4.xml" Id="Rd2742a5a59794158" /><Relationship Type="http://schemas.openxmlformats.org/officeDocument/2006/relationships/slideLayout" Target="/ppt/slideLayouts/slideLayout5.xml" Id="R9b47c82f49774059" /><Relationship Type="http://schemas.openxmlformats.org/officeDocument/2006/relationships/slideLayout" Target="/ppt/slideLayouts/slideLayout6.xml" Id="R0ffc6484e5a142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250578a0734828"/>
    <p:sldLayoutId xmlns:r="http://schemas.openxmlformats.org/officeDocument/2006/relationships" id="2147483650" r:id="R4c3ad09f7b3446e9"/>
    <p:sldLayoutId xmlns:r="http://schemas.openxmlformats.org/officeDocument/2006/relationships" id="2147483651" r:id="R0625ddb3eec042f3"/>
    <p:sldLayoutId xmlns:r="http://schemas.openxmlformats.org/officeDocument/2006/relationships" id="2147483652" r:id="Rd2742a5a59794158"/>
    <p:sldLayoutId xmlns:r="http://schemas.openxmlformats.org/officeDocument/2006/relationships" id="2147483653" r:id="R9b47c82f49774059"/>
    <p:sldLayoutId xmlns:r="http://schemas.openxmlformats.org/officeDocument/2006/relationships" id="2147483654" r:id="R0ffc6484e5a142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eb759bb1b746cc" /><Relationship Type="http://schemas.openxmlformats.org/officeDocument/2006/relationships/notesSlide" Target="/ppt/notesSlides/notesSlide1.xml" Id="R23e73e87652f46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ext-1">
            <a:extLst xmlns:a="http://schemas.openxmlformats.org/drawingml/2006/main">
              <a:ext uri="{FF2B5EF4-FFF2-40B4-BE49-F238E27FC236}">
                <a16:creationId xmlns:a16="http://schemas.microsoft.com/office/drawing/2014/main" id="{0272C46C-029B-4BF8-8956-1ADCD5B1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A37"/>
                </a:solidFill>
                <a:latin typeface="Arial"/>
                <a:ea typeface="Arial"/>
                <a:cs typeface="Arial"/>
              </a:rPr>
              <a:t>CS110 Study Task Hub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BD102C7-1465-4C28-BA51-FA94B4AE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A37"/>
                </a:solidFill>
                <a:latin typeface="Arial"/>
                <a:ea typeface="Arial"/>
                <a:cs typeface="Arial"/>
              </a:rPr>
              <a:t>Action 8A interface prototype • Operations Hub route • An Nguyen</a:t>
            </a:r>
          </a:p>
        </p:txBody>
      </p:sp>
      <p:sp>
        <p:nvSpPr>
          <p:cNvPr id="3" name="shape-3">
            <a:extLst xmlns:a="http://schemas.openxmlformats.org/drawingml/2006/main">
              <a:ext uri="{FF2B5EF4-FFF2-40B4-BE49-F238E27FC236}">
                <a16:creationId xmlns:a16="http://schemas.microsoft.com/office/drawing/2014/main" id="{85AE2A46-087E-44B1-8646-F3350ED8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604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18797"/>
            </a:solidFill>
            <a:prstDash val="solid"/>
          </a:ln>
        </p:spPr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F30BB0DB-16FE-419F-BA7F-B481EBF9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A37"/>
          </a:solidFill>
          <a:ln xmlns:a="http://schemas.openxmlformats.org/drawingml/2006/main" w="9525">
            <a:solidFill>
              <a:srgbClr val="152A37"/>
            </a:solidFill>
            <a:prstDash val="solid"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A2FDBABA-1A30-4FBF-A02B-483BA362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CS110 Study Task Hub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2C6345D7-7128-4151-92E4-CEBA99FD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A37"/>
                </a:solidFill>
                <a:latin typeface="Arial"/>
                <a:ea typeface="Arial"/>
                <a:cs typeface="Arial"/>
              </a:rPr>
              <a:t>Organize today’s tasks, focus on your work, and save a study report.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EE706B11-3C0E-4723-A70F-909FF781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2A37"/>
                </a:solidFill>
                <a:latin typeface="Arial"/>
                <a:ea typeface="Arial"/>
                <a:cs typeface="Arial"/>
              </a:rPr>
              <a:t>Task name</a:t>
            </a:r>
          </a:p>
        </p:txBody>
      </p:sp>
      <p:sp>
        <p:nvSpPr>
          <p:cNvPr id="8" name="shape-8">
            <a:extLst xmlns:a="http://schemas.openxmlformats.org/drawingml/2006/main">
              <a:ext uri="{FF2B5EF4-FFF2-40B4-BE49-F238E27FC236}">
                <a16:creationId xmlns:a16="http://schemas.microsoft.com/office/drawing/2014/main" id="{102D644E-6836-444C-8C4E-CB579B66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537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B4BE"/>
            </a:solidFill>
            <a:prstDash val="solid"/>
          </a:ln>
        </p:spPr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6D4E4190-9FDE-42A5-A1B9-4A293048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A37"/>
                </a:solidFill>
                <a:latin typeface="Arial"/>
                <a:ea typeface="Arial"/>
                <a:cs typeface="Arial"/>
              </a:rPr>
              <a:t>Finish CS110 whiteboard</a:t>
            </a:r>
          </a:p>
        </p:txBody>
      </p:sp>
      <p:sp>
        <p:nvSpPr>
          <p:cNvPr id="10" name="shape-10">
            <a:extLst xmlns:a="http://schemas.openxmlformats.org/drawingml/2006/main">
              <a:ext uri="{FF2B5EF4-FFF2-40B4-BE49-F238E27FC236}">
                <a16:creationId xmlns:a16="http://schemas.microsoft.com/office/drawing/2014/main" id="{445DA516-5552-43F1-8613-C195BC74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DF0"/>
          </a:solidFill>
          <a:ln xmlns:a="http://schemas.openxmlformats.org/drawingml/2006/main" w="9525">
            <a:solidFill>
              <a:srgbClr val="207983"/>
            </a:solidFill>
            <a:prstDash val="solid"/>
          </a:ln>
        </p:spPr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EAA9B19A-E341-4855-89BC-35259C59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23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A37"/>
                </a:solidFill>
                <a:latin typeface="Arial"/>
                <a:ea typeface="Arial"/>
                <a:cs typeface="Arial"/>
              </a:rPr>
              <a:t>Add task</a:t>
            </a:r>
          </a:p>
        </p:txBody>
      </p:sp>
      <p:sp>
        <p:nvSpPr>
          <p:cNvPr id="12" name="shape-12">
            <a:extLst xmlns:a="http://schemas.openxmlformats.org/drawingml/2006/main">
              <a:ext uri="{FF2B5EF4-FFF2-40B4-BE49-F238E27FC236}">
                <a16:creationId xmlns:a16="http://schemas.microsoft.com/office/drawing/2014/main" id="{B0A7F489-7176-49F4-849F-609E3B74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86125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B4BE"/>
            </a:solidFill>
            <a:prstDash val="solid"/>
          </a:ln>
        </p:spPr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961F63B0-8780-4A55-85C5-AEA7037D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623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A37"/>
                </a:solidFill>
                <a:latin typeface="Arial"/>
                <a:ea typeface="Arial"/>
                <a:cs typeface="Arial"/>
              </a:rPr>
              <a:t>Remove selected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3D95C4B8-55AB-45E7-A73C-2E94DFAC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A37"/>
                </a:solidFill>
                <a:latin typeface="Arial"/>
                <a:ea typeface="Arial"/>
                <a:cs typeface="Arial"/>
              </a:rPr>
              <a:t>Study tasks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C29E9B6B-1C11-4FAB-8700-DF9E69EE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147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79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079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7983"/>
                </a:solidFill>
                <a:latin typeface="Arial"/>
                <a:ea typeface="Arial"/>
                <a:cs typeface="Arial"/>
              </a:rPr>
              <a:t>8A first working event</a:t>
            </a:r>
          </a:p>
        </p:txBody>
      </p:sp>
      <p:sp>
        <p:nvSpPr>
          <p:cNvPr id="16" name="shape-16">
            <a:extLst xmlns:a="http://schemas.openxmlformats.org/drawingml/2006/main">
              <a:ext uri="{FF2B5EF4-FFF2-40B4-BE49-F238E27FC236}">
                <a16:creationId xmlns:a16="http://schemas.microsoft.com/office/drawing/2014/main" id="{F752F955-8BFF-4E01-85F6-7FC1631F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53721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B4BE"/>
            </a:solidFill>
            <a:prstDash val="solid"/>
          </a:ln>
        </p:spPr>
      </p:sp>
      <p:sp>
        <p:nvSpPr>
          <p:cNvPr id="17" name="shape-17">
            <a:extLst xmlns:a="http://schemas.openxmlformats.org/drawingml/2006/main">
              <a:ext uri="{FF2B5EF4-FFF2-40B4-BE49-F238E27FC236}">
                <a16:creationId xmlns:a16="http://schemas.microsoft.com/office/drawing/2014/main" id="{EF4E2B11-26B9-4762-8D76-760FA0AE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86250"/>
            <a:ext cx="5353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DF0"/>
          </a:solidFill>
          <a:ln xmlns:a="http://schemas.openxmlformats.org/drawingml/2006/main" w="9525">
            <a:solidFill>
              <a:srgbClr val="D2EDF0"/>
            </a:solidFill>
            <a:prstDash val="solid"/>
          </a:ln>
        </p:spPr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23A3E301-AF23-4B91-922E-3EA54AE7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5019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A37"/>
                </a:solidFill>
                <a:latin typeface="Arial"/>
                <a:ea typeface="Arial"/>
                <a:cs typeface="Arial"/>
              </a:rPr>
              <a:t>Finish CS110 whiteboard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7CDCE661-C8CE-435D-B029-8787EFB8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57750"/>
            <a:ext cx="501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A37"/>
                </a:solidFill>
                <a:latin typeface="Arial"/>
                <a:ea typeface="Arial"/>
                <a:cs typeface="Arial"/>
              </a:rPr>
              <a:t>Review C# event handlers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B0BEDC43-51B7-489A-A323-85ACF1DF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626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Example list after adding tasks</a:t>
            </a:r>
          </a:p>
        </p:txBody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D411916E-271C-4D3C-B510-E86F0233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336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2A37"/>
                </a:solidFill>
                <a:latin typeface="Arial"/>
                <a:ea typeface="Arial"/>
                <a:cs typeface="Arial"/>
              </a:rPr>
              <a:t>Focus timer</a:t>
            </a:r>
          </a:p>
        </p:txBody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8F0E3559-49C8-409B-92B8-2BBA93FD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62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Planned for 8B</a:t>
            </a:r>
          </a:p>
        </p:txBody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8B7100BB-ABEC-40BD-9573-4118D636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2190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A37"/>
                </a:solidFill>
                <a:latin typeface="Arial"/>
                <a:ea typeface="Arial"/>
                <a:cs typeface="Arial"/>
              </a:rPr>
              <a:t>25:00</a:t>
            </a:r>
          </a:p>
        </p:txBody>
      </p:sp>
      <p:sp>
        <p:nvSpPr>
          <p:cNvPr id="24" name="shape-24">
            <a:extLst xmlns:a="http://schemas.openxmlformats.org/drawingml/2006/main">
              <a:ext uri="{FF2B5EF4-FFF2-40B4-BE49-F238E27FC236}">
                <a16:creationId xmlns:a16="http://schemas.microsoft.com/office/drawing/2014/main" id="{C6127B6B-E0BE-4C4B-A725-9493FF90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6125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B4BE"/>
            </a:solidFill>
            <a:prstDash val="solid"/>
          </a:ln>
        </p:spPr>
      </p:sp>
      <p:sp>
        <p:nvSpPr>
          <p:cNvPr id="25" name="text-25">
            <a:extLst xmlns:a="http://schemas.openxmlformats.org/drawingml/2006/main">
              <a:ext uri="{FF2B5EF4-FFF2-40B4-BE49-F238E27FC236}">
                <a16:creationId xmlns:a16="http://schemas.microsoft.com/office/drawing/2014/main" id="{878EEB9E-591C-4319-8E04-076A39E0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623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A37"/>
                </a:solidFill>
                <a:latin typeface="Arial"/>
                <a:ea typeface="Arial"/>
                <a:cs typeface="Arial"/>
              </a:rPr>
              <a:t>Start / Pause</a:t>
            </a:r>
          </a:p>
        </p:txBody>
      </p:sp>
      <p:sp>
        <p:nvSpPr>
          <p:cNvPr id="26" name="shape-26">
            <a:extLst xmlns:a="http://schemas.openxmlformats.org/drawingml/2006/main">
              <a:ext uri="{FF2B5EF4-FFF2-40B4-BE49-F238E27FC236}">
                <a16:creationId xmlns:a16="http://schemas.microsoft.com/office/drawing/2014/main" id="{26289D16-F757-40F5-805A-1FD60895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86125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B4BE"/>
            </a:solidFill>
            <a:prstDash val="solid"/>
          </a:ln>
        </p:spPr>
      </p:sp>
      <p:sp>
        <p:nvSpPr>
          <p:cNvPr id="27" name="text-27">
            <a:extLst xmlns:a="http://schemas.openxmlformats.org/drawingml/2006/main">
              <a:ext uri="{FF2B5EF4-FFF2-40B4-BE49-F238E27FC236}">
                <a16:creationId xmlns:a16="http://schemas.microsoft.com/office/drawing/2014/main" id="{E572FBDE-F2EB-4017-99E0-CA28CC9E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6232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A37"/>
                </a:solidFill>
                <a:latin typeface="Arial"/>
                <a:ea typeface="Arial"/>
                <a:cs typeface="Arial"/>
              </a:rPr>
              <a:t>Reset</a:t>
            </a:r>
          </a:p>
        </p:txBody>
      </p:sp>
      <p:sp>
        <p:nvSpPr>
          <p:cNvPr id="28" name="text-28">
            <a:extLst xmlns:a="http://schemas.openxmlformats.org/drawingml/2006/main">
              <a:ext uri="{FF2B5EF4-FFF2-40B4-BE49-F238E27FC236}">
                <a16:creationId xmlns:a16="http://schemas.microsoft.com/office/drawing/2014/main" id="{D05486A6-2D52-4FC0-81D8-21E95F3E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9572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A37"/>
                </a:solidFill>
                <a:latin typeface="Arial"/>
                <a:ea typeface="Arial"/>
                <a:cs typeface="Arial"/>
              </a:rPr>
              <a:t>Study report</a:t>
            </a:r>
          </a:p>
        </p:txBody>
      </p:sp>
      <p:sp>
        <p:nvSpPr>
          <p:cNvPr id="29" name="text-29">
            <a:extLst xmlns:a="http://schemas.openxmlformats.org/drawingml/2006/main">
              <a:ext uri="{FF2B5EF4-FFF2-40B4-BE49-F238E27FC236}">
                <a16:creationId xmlns:a16="http://schemas.microsoft.com/office/drawing/2014/main" id="{120AB99F-99E1-43C8-8834-C782067D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14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Planned for 8B</a:t>
            </a:r>
          </a:p>
        </p:txBody>
      </p:sp>
      <p:sp>
        <p:nvSpPr>
          <p:cNvPr id="30" name="shape-30">
            <a:extLst xmlns:a="http://schemas.openxmlformats.org/drawingml/2006/main">
              <a:ext uri="{FF2B5EF4-FFF2-40B4-BE49-F238E27FC236}">
                <a16:creationId xmlns:a16="http://schemas.microsoft.com/office/drawing/2014/main" id="{C5219FFE-C568-4CFB-B356-03C99B5C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76725"/>
            <a:ext cx="5048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B4BE"/>
            </a:solidFill>
            <a:prstDash val="solid"/>
          </a:ln>
        </p:spPr>
      </p:sp>
      <p:sp>
        <p:nvSpPr>
          <p:cNvPr id="31" name="text-31">
            <a:extLst xmlns:a="http://schemas.openxmlformats.org/drawingml/2006/main">
              <a:ext uri="{FF2B5EF4-FFF2-40B4-BE49-F238E27FC236}">
                <a16:creationId xmlns:a16="http://schemas.microsoft.com/office/drawing/2014/main" id="{E1335167-B4C0-4DA0-BE9B-B35DA558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91025"/>
            <a:ext cx="48196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A37"/>
                </a:solidFill>
                <a:latin typeface="Arial"/>
                <a:ea typeface="Arial"/>
                <a:cs typeface="Arial"/>
              </a:rPr>
              <a:t>Session notes:</a:t>
            </a:r>
          </a:p>
          <a:p xmlns:a="http://schemas.openxmlformats.org/drawingml/2006/main">
            <a:pPr>
              <a:defRPr sz="1575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A37"/>
                </a:solidFill>
                <a:latin typeface="Arial"/>
                <a:ea typeface="Arial"/>
                <a:cs typeface="Arial"/>
              </a:rPr>
              <a:t>Today I plan to finish my whiteboard</a:t>
            </a:r>
          </a:p>
          <a:p xmlns:a="http://schemas.openxmlformats.org/drawingml/2006/main">
            <a:pPr>
              <a:defRPr sz="1575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A37"/>
                </a:solidFill>
                <a:latin typeface="Arial"/>
                <a:ea typeface="Arial"/>
                <a:cs typeface="Arial"/>
              </a:rPr>
              <a:t>and review the first Add event.</a:t>
            </a:r>
          </a:p>
        </p:txBody>
      </p:sp>
      <p:sp>
        <p:nvSpPr>
          <p:cNvPr id="32" name="shape-32">
            <a:extLst xmlns:a="http://schemas.openxmlformats.org/drawingml/2006/main">
              <a:ext uri="{FF2B5EF4-FFF2-40B4-BE49-F238E27FC236}">
                <a16:creationId xmlns:a16="http://schemas.microsoft.com/office/drawing/2014/main" id="{D30DBADB-3506-450A-9B18-E2760626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7912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B4BE"/>
            </a:solidFill>
            <a:prstDash val="solid"/>
          </a:ln>
        </p:spPr>
      </p:sp>
      <p:sp>
        <p:nvSpPr>
          <p:cNvPr id="33" name="text-33">
            <a:extLst xmlns:a="http://schemas.openxmlformats.org/drawingml/2006/main">
              <a:ext uri="{FF2B5EF4-FFF2-40B4-BE49-F238E27FC236}">
                <a16:creationId xmlns:a16="http://schemas.microsoft.com/office/drawing/2014/main" id="{9D888B50-5990-4C74-82B8-EAC919BC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8674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A37"/>
                </a:solidFill>
                <a:latin typeface="Arial"/>
                <a:ea typeface="Arial"/>
                <a:cs typeface="Arial"/>
              </a:rPr>
              <a:t>Export report</a:t>
            </a:r>
          </a:p>
        </p:txBody>
      </p:sp>
      <p:sp>
        <p:nvSpPr>
          <p:cNvPr id="34" name="shape-34">
            <a:extLst xmlns:a="http://schemas.openxmlformats.org/drawingml/2006/main">
              <a:ext uri="{FF2B5EF4-FFF2-40B4-BE49-F238E27FC236}">
                <a16:creationId xmlns:a16="http://schemas.microsoft.com/office/drawing/2014/main" id="{03A1D144-A4BB-416A-B6AC-E62CD8E1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791200"/>
            <a:ext cx="2047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B4BE"/>
            </a:solidFill>
            <a:prstDash val="solid"/>
          </a:ln>
        </p:spPr>
      </p:sp>
      <p:sp>
        <p:nvSpPr>
          <p:cNvPr id="35" name="text-35">
            <a:extLst xmlns:a="http://schemas.openxmlformats.org/drawingml/2006/main">
              <a:ext uri="{FF2B5EF4-FFF2-40B4-BE49-F238E27FC236}">
                <a16:creationId xmlns:a16="http://schemas.microsoft.com/office/drawing/2014/main" id="{A72831F2-C510-47A1-AC96-DC6E7D85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86740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A37"/>
                </a:solidFill>
                <a:latin typeface="Arial"/>
                <a:ea typeface="Arial"/>
                <a:cs typeface="Arial"/>
              </a:rPr>
              <a:t>Reopen text</a:t>
            </a:r>
          </a:p>
        </p:txBody>
      </p:sp>
      <p:sp>
        <p:nvSpPr>
          <p:cNvPr id="36" name="shape-36">
            <a:extLst xmlns:a="http://schemas.openxmlformats.org/drawingml/2006/main">
              <a:ext uri="{FF2B5EF4-FFF2-40B4-BE49-F238E27FC236}">
                <a16:creationId xmlns:a16="http://schemas.microsoft.com/office/drawing/2014/main" id="{6FE709FE-AA64-40D4-9BC6-DCAA3D67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B4BE"/>
            </a:solidFill>
            <a:prstDash val="solid"/>
          </a:ln>
        </p:spPr>
      </p:sp>
      <p:sp>
        <p:nvSpPr>
          <p:cNvPr id="37" name="text-37">
            <a:extLst xmlns:a="http://schemas.openxmlformats.org/drawingml/2006/main">
              <a:ext uri="{FF2B5EF4-FFF2-40B4-BE49-F238E27FC236}">
                <a16:creationId xmlns:a16="http://schemas.microsoft.com/office/drawing/2014/main" id="{3156B5D2-F9D9-4CA0-A451-A0612670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817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A37"/>
                </a:solidFill>
                <a:latin typeface="Arial"/>
                <a:ea typeface="Arial"/>
                <a:cs typeface="Arial"/>
              </a:rPr>
              <a:t>Choose artwork</a:t>
            </a:r>
          </a:p>
        </p:txBody>
      </p:sp>
      <p:sp>
        <p:nvSpPr>
          <p:cNvPr id="38" name="text-38">
            <a:extLst xmlns:a="http://schemas.openxmlformats.org/drawingml/2006/main">
              <a:ext uri="{FF2B5EF4-FFF2-40B4-BE49-F238E27FC236}">
                <a16:creationId xmlns:a16="http://schemas.microsoft.com/office/drawing/2014/main" id="{CBA6C32B-E12E-4049-B369-47711679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6008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Planned for 8B</a:t>
            </a:r>
          </a:p>
        </p:txBody>
      </p:sp>
      <p:sp>
        <p:nvSpPr>
          <p:cNvPr id="39" name="shape-39">
            <a:extLst xmlns:a="http://schemas.openxmlformats.org/drawingml/2006/main">
              <a:ext uri="{FF2B5EF4-FFF2-40B4-BE49-F238E27FC236}">
                <a16:creationId xmlns:a16="http://schemas.microsoft.com/office/drawing/2014/main" id="{D5BD5BF2-680E-4E5E-A953-49C22517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505575"/>
            <a:ext cx="5048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9FCBC5"/>
            </a:solidFill>
            <a:prstDash val="solid"/>
          </a:ln>
        </p:spPr>
      </p:sp>
      <p:sp>
        <p:nvSpPr>
          <p:cNvPr id="40" name="text-40">
            <a:extLst xmlns:a="http://schemas.openxmlformats.org/drawingml/2006/main">
              <a:ext uri="{FF2B5EF4-FFF2-40B4-BE49-F238E27FC236}">
                <a16:creationId xmlns:a16="http://schemas.microsoft.com/office/drawing/2014/main" id="{628E620F-5199-4D10-A3F3-3609BE1D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600825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5B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5B5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5B54"/>
                </a:solidFill>
                <a:latin typeface="Arial"/>
                <a:ea typeface="Arial"/>
                <a:cs typeface="Arial"/>
              </a:rPr>
              <a:t>Status: Task added. (expected)</a:t>
            </a:r>
          </a:p>
        </p:txBody>
      </p:sp>
      <p:sp>
        <p:nvSpPr>
          <p:cNvPr id="41" name="text-41">
            <a:extLst xmlns:a="http://schemas.openxmlformats.org/drawingml/2006/main">
              <a:ext uri="{FF2B5EF4-FFF2-40B4-BE49-F238E27FC236}">
                <a16:creationId xmlns:a16="http://schemas.microsoft.com/office/drawing/2014/main" id="{45E32872-38C2-4544-B01D-795D0768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676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52A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A37"/>
                </a:solidFill>
                <a:latin typeface="Arial"/>
                <a:ea typeface="Arial"/>
                <a:cs typeface="Arial"/>
              </a:rPr>
              <a:t>First action: enter a task and click Add task. Blank input should show “Enter a study task first.”</a:t>
            </a:r>
          </a:p>
        </p:txBody>
      </p:sp>
      <p:sp>
        <p:nvSpPr>
          <p:cNvPr id="42" name="text-42">
            <a:extLst xmlns:a="http://schemas.openxmlformats.org/drawingml/2006/main">
              <a:ext uri="{FF2B5EF4-FFF2-40B4-BE49-F238E27FC236}">
                <a16:creationId xmlns:a16="http://schemas.microsoft.com/office/drawing/2014/main" id="{3594EEB1-7EFE-4667-9C6F-F9E7DD8D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53375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Design plan only. Sample tasks and feedback show expected behavior, not completed test results.</a:t>
            </a:r>
          </a:p>
        </p:txBody>
      </p:sp>
    </p:spTree>
    <p:extLst>
      <p:ext uri="{BB962C8B-B14F-4D97-AF65-F5344CB8AC3E}">
        <p14:creationId xmlns:p14="http://schemas.microsoft.com/office/powerpoint/2010/main" val="1207559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2026-10-13T21:33:10.1190000Z</dcterms:created>
  <dcterms:modified xsi:type="dcterms:W3CDTF">2026-10-13T21:33:10.1190000Z</dcterms:modified>
</coreProperties>
</file>